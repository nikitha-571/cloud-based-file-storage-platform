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70A291-0939-40B0-8900-08AEDE779ADC}" v="246" dt="2023-09-03T09:26:04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3046" y="658066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8000" b="1" dirty="0">
                <a:latin typeface="Aptos"/>
                <a:cs typeface="Calibri Light"/>
              </a:rPr>
              <a:t>Welcome To</a:t>
            </a:r>
            <a:r>
              <a:rPr lang="en-US" sz="7200" dirty="0">
                <a:cs typeface="Calibri Light"/>
              </a:rPr>
              <a:t> 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27898" y="3584530"/>
            <a:ext cx="8258176" cy="63182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400" dirty="0">
                <a:cs typeface="Calibri"/>
              </a:rPr>
              <a:t>PPT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Welcome To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Nikitha Devaraj</dc:creator>
  <cp:lastModifiedBy>Nikitha</cp:lastModifiedBy>
  <cp:revision>99</cp:revision>
  <dcterms:created xsi:type="dcterms:W3CDTF">2023-09-03T08:38:07Z</dcterms:created>
  <dcterms:modified xsi:type="dcterms:W3CDTF">2026-01-15T10:55:30Z</dcterms:modified>
</cp:coreProperties>
</file>